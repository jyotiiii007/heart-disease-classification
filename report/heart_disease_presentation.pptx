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88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Heart Disease Classification Using Machine Learning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 </a:t>
            </a:r>
            <a:r>
              <a:rPr lang="en-US" sz="1600" dirty="0">
                <a:solidFill>
                  <a:schemeClr val="bg2"/>
                </a:solidFill>
              </a:rPr>
              <a:t>Minor Project  |  Cleveland dataset (UCI)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Jyoti Kaushal   |  8 ,October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and 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Goal: predict whether a patient has heart disease (1) or not (0) from clinical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Binary classification, supervised learning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Source: UCI Heart Disease, Cleveland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Original target (0 to 4) converted to binary: num &gt; 0 = disease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Features: age, sex, chest pain, BP, cholesterol, ECG, heart rate, ca, thal and more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 3 hospital files skipped: very high missing data</a:t>
            </a:r>
            <a:endParaRPr lang="en-US" sz="1300" dirty="0"/>
          </a:p>
        </p:txBody>
      </p:sp>
      <p:sp>
        <p:nvSpPr>
          <p:cNvPr id="4" name="stat Patients"/>
          <p:cNvSpPr/>
          <p:nvPr/>
        </p:nvSpPr>
        <p:spPr>
          <a:xfrm>
            <a:off x="5669280" y="1188720"/>
            <a:ext cx="12344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261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303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19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Patients</a:t>
            </a:r>
            <a:endParaRPr lang="en-US" sz="1000" dirty="0"/>
          </a:p>
        </p:txBody>
      </p:sp>
      <p:sp>
        <p:nvSpPr>
          <p:cNvPr id="7" name="stat Features"/>
          <p:cNvSpPr/>
          <p:nvPr/>
        </p:nvSpPr>
        <p:spPr>
          <a:xfrm>
            <a:off x="7086600" y="1188720"/>
            <a:ext cx="12344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261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719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Features</a:t>
            </a:r>
            <a:endParaRPr lang="en-US" sz="1000" dirty="0"/>
          </a:p>
        </p:txBody>
      </p:sp>
      <p:sp>
        <p:nvSpPr>
          <p:cNvPr id="10" name="stat No disease"/>
          <p:cNvSpPr/>
          <p:nvPr/>
        </p:nvSpPr>
        <p:spPr>
          <a:xfrm>
            <a:off x="5669280" y="2331720"/>
            <a:ext cx="12344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404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862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No disease</a:t>
            </a:r>
            <a:endParaRPr lang="en-US" sz="1000" dirty="0"/>
          </a:p>
        </p:txBody>
      </p:sp>
      <p:sp>
        <p:nvSpPr>
          <p:cNvPr id="13" name="stat Disease"/>
          <p:cNvSpPr/>
          <p:nvPr/>
        </p:nvSpPr>
        <p:spPr>
          <a:xfrm>
            <a:off x="7086600" y="2331720"/>
            <a:ext cx="12344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2404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139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862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Disease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Classes nearly balanced (54% / 46%)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Cleaning and EDA Findings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Cleaning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 duplicates; only 6 missing cells (ca 4, thal 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Imputed inside pipeline after split (no leakage)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Outliers kept: medically plausible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observations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Asymptomatic chest pain: 73% disease rate (others 18 to 30%)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Exercise angina: 77% vs 31% without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Lower max heart rate in disease group (139 vs 158 bpm)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Disease rate rises with ca: 26% to 85%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Association only, not causation</a:t>
            </a:r>
            <a:endParaRPr lang="en-US" sz="1200" dirty="0"/>
          </a:p>
        </p:txBody>
      </p:sp>
      <p:pic>
        <p:nvPicPr>
          <p:cNvPr id="5" name="Image 0" descr="Chest pain type vs disease coun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88720"/>
            <a:ext cx="402336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5488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Chest pain type vs target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Preprocessing and Models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80/20 stratified split: 242 train, 61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Numeric: median impute + StandardScaler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Categorical (cp, restecg, slope, thal): mode impute + one-hot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Everything in one Pipeline: fitted on train only, so no data leakage</a:t>
            </a:r>
            <a:endParaRPr lang="en-US" sz="1300" dirty="0"/>
          </a:p>
        </p:txBody>
      </p:sp>
      <p:sp>
        <p:nvSpPr>
          <p:cNvPr id="4" name="model card Logistic Regression"/>
          <p:cNvSpPr/>
          <p:nvPr/>
        </p:nvSpPr>
        <p:spPr>
          <a:xfrm>
            <a:off x="457200" y="269748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697480"/>
            <a:ext cx="260604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Linear model giving probability of disease. Simple and explainable.</a:t>
            </a:r>
            <a:endParaRPr lang="en-US" sz="1200" dirty="0"/>
          </a:p>
        </p:txBody>
      </p:sp>
      <p:sp>
        <p:nvSpPr>
          <p:cNvPr id="8" name="model card Decision Tree (depth 4)"/>
          <p:cNvSpPr/>
          <p:nvPr/>
        </p:nvSpPr>
        <p:spPr>
          <a:xfrm>
            <a:off x="3246120" y="269748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697480"/>
            <a:ext cx="260604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Decision Tree (depth 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Yes/no rules on features. Easy to read but can overfit.</a:t>
            </a:r>
            <a:endParaRPr lang="en-US" sz="1200" dirty="0"/>
          </a:p>
        </p:txBody>
      </p:sp>
      <p:sp>
        <p:nvSpPr>
          <p:cNvPr id="12" name="model card Random Forest (200 trees)"/>
          <p:cNvSpPr/>
          <p:nvPr/>
        </p:nvSpPr>
        <p:spPr>
          <a:xfrm>
            <a:off x="6035040" y="269748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697480"/>
            <a:ext cx="260604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Random Forest (200 trees)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291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Many trees voting together. More stable and accurate.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Evaluation and Model Comparison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13898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0.869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0.812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0.929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0.867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0.958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0.787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0.742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0.821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0.780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0.860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0.885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0.818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0.964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0.885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0.946</a:t>
                      </a:r>
                      <a:endParaRPr lang="en-US" sz="1100" dirty="0"/>
                    </a:p>
                  </a:txBody>
                  <a:tcPr marL="45720" marR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7432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Random Forest missed only 1 of 28 diseased patients (recall 96.4%)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Final model: Random Forest, chosen for recall, F1 and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Logistic Regression very close (best AUC and CV F1: 0.806 vs 0.795)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Decision Tree weakest on every metric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Recall matters most: a missed patient (FN) is the costliest error</a:t>
            </a:r>
            <a:endParaRPr lang="en-US" sz="1200" dirty="0"/>
          </a:p>
        </p:txBody>
      </p:sp>
      <p:pic>
        <p:nvPicPr>
          <p:cNvPr id="5" name="Image 0" descr="ROC curves of three model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097280"/>
            <a:ext cx="310896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Model Interpretation and Dashboard</a:t>
            </a:r>
            <a:endParaRPr lang="en-US" sz="2600" dirty="0"/>
          </a:p>
        </p:txBody>
      </p:sp>
      <p:pic>
        <p:nvPicPr>
          <p:cNvPr id="3" name="Image 0" descr="Permutation importance of featur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42062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Permutation importance (Random Forest)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51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the model relies 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 features: ca, cp, thal, oldpeak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Cholesterol, fasting sugar, sex add almost nothing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Importance is not causation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Power BI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Cards: 303 patients, 139 cases, 45.9%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Donut, age group, chest pain, sex, heart rate charts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Slicers for sex and age group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Limitations, Future Scope and Conclusion</a:t>
            </a:r>
            <a:endParaRPr lang="en-US" sz="2600" dirty="0"/>
          </a:p>
        </p:txBody>
      </p:sp>
      <p:sp>
        <p:nvSpPr>
          <p:cNvPr id="3" name="card Limitations"/>
          <p:cNvSpPr/>
          <p:nvPr/>
        </p:nvSpPr>
        <p:spPr>
          <a:xfrm>
            <a:off x="457200" y="109728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 303 patients, one hospital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 set of 61: results can vary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Little hyperparameter tuning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Not clinically validated</a:t>
            </a:r>
            <a:endParaRPr lang="en-US" sz="1200" dirty="0"/>
          </a:p>
        </p:txBody>
      </p:sp>
      <p:sp>
        <p:nvSpPr>
          <p:cNvPr id="7" name="card Future scope"/>
          <p:cNvSpPr/>
          <p:nvPr/>
        </p:nvSpPr>
        <p:spPr>
          <a:xfrm>
            <a:off x="3246120" y="109728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260604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GridSearchCV tuning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XGBoost, SVM, KNN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Multi-hospital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Streamlit web app</a:t>
            </a:r>
            <a:endParaRPr lang="en-US" sz="1200" dirty="0"/>
          </a:p>
        </p:txBody>
      </p:sp>
      <p:sp>
        <p:nvSpPr>
          <p:cNvPr id="11" name="card Conclusion"/>
          <p:cNvSpPr/>
          <p:nvPr/>
        </p:nvSpPr>
        <p:spPr>
          <a:xfrm>
            <a:off x="6035040" y="1097280"/>
            <a:ext cx="26060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260604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Complete leakage-free ML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Random Forest: 88.5% accuracy, 96.4% recall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ca, cp, thal, oldpeak matter most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Educational project, not a diagnostic tool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Project">
  <a:themeElements>
    <a:clrScheme name="HeartProject">
      <a:dk1>
        <a:srgbClr val="1F2937"/>
      </a:dk1>
      <a:lt1>
        <a:srgbClr val="FFFFFF"/>
      </a:lt1>
      <a:dk2>
        <a:srgbClr val="14213D"/>
      </a:dk2>
      <a:lt2>
        <a:srgbClr val="F3F4F6"/>
      </a:lt2>
      <a:accent1>
        <a:srgbClr val="D1495B"/>
      </a:accent1>
      <a:accent2>
        <a:srgbClr val="4C9F70"/>
      </a:accent2>
      <a:accent3>
        <a:srgbClr val="2E86AB"/>
      </a:accent3>
      <a:accent4>
        <a:srgbClr val="F4A259"/>
      </a:accent4>
      <a:accent5>
        <a:srgbClr val="6B7280"/>
      </a:accent5>
      <a:accent6>
        <a:srgbClr val="8E5572"/>
      </a:accent6>
      <a:hlink>
        <a:srgbClr val="2E86AB"/>
      </a:hlink>
      <a:folHlink>
        <a:srgbClr val="6B7280"/>
      </a:folHlink>
    </a:clrScheme>
    <a:fontScheme name="HeartProjec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560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HeartProject</vt:lpstr>
      <vt:lpstr>Heart Disease Classification Using Machine Learning</vt:lpstr>
      <vt:lpstr>Problem and Dataset</vt:lpstr>
      <vt:lpstr>Data Cleaning and EDA Findings</vt:lpstr>
      <vt:lpstr>Preprocessing and Models</vt:lpstr>
      <vt:lpstr>Evaluation and Model Comparison</vt:lpstr>
      <vt:lpstr>Model Interpretation and Dashboard</vt:lpstr>
      <vt:lpstr>Limitations, Future Scope and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Classification</dc:title>
  <dc:subject>PptxGenJS Presentation</dc:subject>
  <dc:creator>PptxGenJS</dc:creator>
  <cp:lastModifiedBy>jyoti kaushal</cp:lastModifiedBy>
  <cp:revision>2</cp:revision>
  <dcterms:created xsi:type="dcterms:W3CDTF">2026-10-08T15:31:54Z</dcterms:created>
  <dcterms:modified xsi:type="dcterms:W3CDTF">2026-10-08T15:34:47Z</dcterms:modified>
</cp:coreProperties>
</file>